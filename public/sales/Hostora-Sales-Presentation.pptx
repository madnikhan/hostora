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hammadmadni/hostora/public/brand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828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floor.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booking to last pour.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4747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operations for restaurants, takeaways, event venues, hotels, and food carts — US, UK &amp; Europe.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WAZIR LTD  ·  https://hostorasoft.co.uk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nights break patchwork tools.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till apps, kitchen screens, booking widgets, and spreadsheets create missed tickets, slow service, and no single source of truth.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1414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77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or duplicate kitchen tickets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84048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1414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3977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payments and unclear reporting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14141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92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supervisor visibility when service breaks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1414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4892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juggling tools instead of guests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businesses. One spine.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 for restaurants, takeaways, and events. Hotel F&amp;B and food carts configured to each operator — still F&amp;B/ops, not a hotel PMS.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0" y="42062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42062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venues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42062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 (F&amp;B / ops)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0" y="42062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14" name="Text 12"/>
          <p:cNvSpPr/>
          <p:nvPr/>
        </p:nvSpPr>
        <p:spPr>
          <a:xfrm>
            <a:off x="973836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carts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for the whole service.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&amp; till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tabs, modifiers, split bills, floor-speed payments.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display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boards by station with notes and status.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QR &amp; seating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ordering, seating invites, reservation flows.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sales reports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and online deposits; day / week / month views.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4290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and item-level insight for operators.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4290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items, movements, and low-stock alerts.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Staff, HR &amp; attendance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166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shifts, and attendance visibility.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6634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5166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and reporting; HMRC-ready framing for UK / EU.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46634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41416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monitoring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5320" y="5166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alerts, deletions audit, and floor control.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that keep pace with the room.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tabs, modifiers, split bills, and payments designed for real floor pressure — not demo day.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&amp; 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station sees what matters.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KDS by area, thermal routing for food / bar / specialty stations, and busy-period reliability.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&amp; QR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order. You prepare.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ordering QR, seating invites, and reservation flows that connect guests to service.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&amp;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and reporting operators trust.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reports, hourly analytics, and day / week / month views — framed for US, UK, and European operators.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staff, and supervisors.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thresholds, HR and attendance, deletion audits, and live monitoring when the floor gets loud.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(OPTIONAL)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plus floor kit when you need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local Docker server (Hostora + PostgreSQL) so tills, tablets, KDS, and printers stay on the venue network — quoted with software per venue.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Local Docker server (Hostora + PostgreSQL on the venue LAN)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0050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 tills and tablet POS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35254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Floor tablets / KDS screens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000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Thermal and receipt printers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0474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Barcode and QR scanners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terminals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under live service load.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is the commercial brand for a platform already running multi-station hospitality venues. Markets: US, UK &amp; Europe. Licensing is per venue — custom quotes for multi-site, hotel F&amp;B, and food carts.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call the product “Fumari.” Client venues are private case studies only.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Hostora demo.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Per-venue licensing. Custom quotes for multi-site. Leave this slide open and take discovery notes.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sales@hostorasoft.co.uk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https://hostorasoft.co.uk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WAZIR LTD · Company 17014542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Wellesley Street, Gloucester, England, GL1 4QP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Hostora  ·  K WAZIR LTD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Hostora Sales Presentation</dc:title>
  <dc:subject>Run the floor. From booking to last pour.</dc:subject>
  <dc:creator>K WAZIR LTD</dc:creator>
  <cp:lastModifiedBy>K WAZIR LTD</cp:lastModifiedBy>
  <cp:revision>1</cp:revision>
  <dcterms:created xsi:type="dcterms:W3CDTF">2026-07-12T13:48:33Z</dcterms:created>
  <dcterms:modified xsi:type="dcterms:W3CDTF">2026-07-12T13:48:33Z</dcterms:modified>
</cp:coreProperties>
</file>